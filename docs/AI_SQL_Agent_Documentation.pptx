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SQL Agent Documentation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Documentation</a:t>
            </a:r>
          </a:p>
          <a:p>
            <a:r>
              <a:t>Version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AI-powered assistant for MySQL and MongoDB</a:t>
            </a:r>
          </a:p>
          <a:p>
            <a:pPr>
              <a:defRPr sz="2200"/>
            </a:pPr>
            <a:r>
              <a:t>Converts natural language into executable queries</a:t>
            </a:r>
          </a:p>
          <a:p>
            <a:pPr>
              <a:defRPr sz="2200"/>
            </a:pPr>
            <a:r>
              <a:t>Built using Python and Streamlit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Simplify database querying</a:t>
            </a:r>
          </a:p>
          <a:p>
            <a:pPr>
              <a:defRPr sz="2200"/>
            </a:pPr>
            <a:r>
              <a:t>Support multiple AI providers</a:t>
            </a:r>
          </a:p>
          <a:p>
            <a:pPr>
              <a:defRPr sz="2200"/>
            </a:pPr>
            <a:r>
              <a:t>Provide validation and repair</a:t>
            </a:r>
          </a:p>
          <a:p>
            <a:pPr>
              <a:defRPr sz="2200"/>
            </a:pPr>
            <a:r>
              <a:t>Improve developer productivity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</a:t>
            </a:r>
          </a:p>
          <a:p>
            <a:pPr>
              <a:defRPr sz="2200"/>
            </a:pPr>
            <a:r>
              <a:t>Streamlit</a:t>
            </a:r>
          </a:p>
          <a:p>
            <a:pPr>
              <a:defRPr sz="2200"/>
            </a:pPr>
            <a:r>
              <a:t>MySQL &amp; MongoDB</a:t>
            </a:r>
          </a:p>
          <a:p>
            <a:pPr>
              <a:defRPr sz="2200"/>
            </a:pPr>
            <a:r>
              <a:t>Ollama, OpenAI, Anthropic</a:t>
            </a:r>
          </a:p>
          <a:p>
            <a:pPr>
              <a:defRPr sz="2200"/>
            </a:pPr>
            <a:r>
              <a:t>Pandas, SQLParse, ReportLab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 → Streamlit UI</a:t>
            </a:r>
          </a:p>
          <a:p>
            <a:pPr>
              <a:defRPr sz="2200"/>
            </a:pPr>
            <a:r>
              <a:t>Agent Orchestrator</a:t>
            </a:r>
          </a:p>
          <a:p>
            <a:pPr>
              <a:defRPr sz="2200"/>
            </a:pPr>
            <a:r>
              <a:t>SQL/Mongo Agents</a:t>
            </a:r>
          </a:p>
          <a:p>
            <a:pPr>
              <a:defRPr sz="2200"/>
            </a:pPr>
            <a:r>
              <a:t>Validators</a:t>
            </a:r>
          </a:p>
          <a:p>
            <a:pPr>
              <a:defRPr sz="2200"/>
            </a:pPr>
            <a:r>
              <a:t>Query Service</a:t>
            </a:r>
          </a:p>
          <a:p>
            <a:pPr>
              <a:defRPr sz="2200"/>
            </a:pPr>
            <a:r>
              <a:t>Database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Natural Language to SQL</a:t>
            </a:r>
          </a:p>
          <a:p>
            <a:pPr>
              <a:defRPr sz="2200"/>
            </a:pPr>
            <a:r>
              <a:t>Natural Language to MongoDB</a:t>
            </a:r>
          </a:p>
          <a:p>
            <a:pPr>
              <a:defRPr sz="2200"/>
            </a:pPr>
            <a:r>
              <a:t>AI Explanations</a:t>
            </a:r>
          </a:p>
          <a:p>
            <a:pPr>
              <a:defRPr sz="2200"/>
            </a:pPr>
            <a:r>
              <a:t>Dashboard Analytics</a:t>
            </a:r>
          </a:p>
          <a:p>
            <a:pPr>
              <a:defRPr sz="2200"/>
            </a:pPr>
            <a:r>
              <a:t>Charts &amp; Export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Agents</a:t>
            </a:r>
          </a:p>
          <a:p>
            <a:pPr>
              <a:defRPr sz="2200"/>
            </a:pPr>
            <a:r>
              <a:t>Database Services</a:t>
            </a:r>
          </a:p>
          <a:p>
            <a:pPr>
              <a:defRPr sz="2200"/>
            </a:pPr>
            <a:r>
              <a:t>Validators</a:t>
            </a:r>
          </a:p>
          <a:p>
            <a:pPr>
              <a:defRPr sz="2200"/>
            </a:pPr>
            <a:r>
              <a:t>Analytics</a:t>
            </a:r>
          </a:p>
          <a:p>
            <a:pPr>
              <a:defRPr sz="2200"/>
            </a:pPr>
            <a:r>
              <a:t>History &amp; Saved Queries</a:t>
            </a:r>
          </a:p>
          <a:p>
            <a:pPr>
              <a:defRPr sz="2200"/>
            </a:pPr>
            <a:r>
              <a:t>Utilities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Ask Question</a:t>
            </a:r>
          </a:p>
          <a:p>
            <a:pPr>
              <a:defRPr sz="2200"/>
            </a:pPr>
            <a:r>
              <a:t>Generate Query</a:t>
            </a:r>
          </a:p>
          <a:p>
            <a:pPr>
              <a:defRPr sz="2200"/>
            </a:pPr>
            <a:r>
              <a:t>Validate</a:t>
            </a:r>
          </a:p>
          <a:p>
            <a:pPr>
              <a:defRPr sz="2200"/>
            </a:pPr>
            <a:r>
              <a:t>Execute</a:t>
            </a:r>
          </a:p>
          <a:p>
            <a:pPr>
              <a:defRPr sz="2200"/>
            </a:pPr>
            <a:r>
              <a:t>Repair if Needed</a:t>
            </a:r>
          </a:p>
          <a:p>
            <a:pPr>
              <a:defRPr sz="2200"/>
            </a:pPr>
            <a:r>
              <a:t>Display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PostgreSQL Support</a:t>
            </a:r>
          </a:p>
          <a:p>
            <a:pPr>
              <a:defRPr sz="2200"/>
            </a:pPr>
            <a:r>
              <a:t>REST API</a:t>
            </a:r>
          </a:p>
          <a:p>
            <a:pPr>
              <a:defRPr sz="2200"/>
            </a:pPr>
            <a:r>
              <a:t>Docker</a:t>
            </a:r>
          </a:p>
          <a:p>
            <a:pPr>
              <a:defRPr sz="2200"/>
            </a:pPr>
            <a:r>
              <a:t>Authentication</a:t>
            </a:r>
          </a:p>
          <a:p>
            <a:pPr>
              <a:defRPr sz="2200"/>
            </a:pPr>
            <a:r>
              <a:t>Cloud Deployment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Modular architecture</a:t>
            </a:r>
          </a:p>
          <a:p>
            <a:pPr>
              <a:defRPr sz="2200"/>
            </a:pPr>
            <a:r>
              <a:t>Scalable design</a:t>
            </a:r>
          </a:p>
          <a:p>
            <a:pPr>
              <a:defRPr sz="2200"/>
            </a:pPr>
            <a:r>
              <a:t>AI-powered database assistant</a:t>
            </a:r>
          </a:p>
          <a:p>
            <a:pPr>
              <a:defRPr sz="2200"/>
            </a:pPr>
            <a:r>
              <a:t>Portfolio-ready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