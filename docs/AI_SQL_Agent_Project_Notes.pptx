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4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SQL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Notes</a:t>
            </a:r>
          </a:p>
          <a:p>
            <a:r>
              <a:t>Version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AI-powered database assistant</a:t>
            </a:r>
          </a:p>
          <a:p>
            <a:pPr>
              <a:defRPr sz="2200"/>
            </a:pPr>
            <a:r>
              <a:t>Converts natural language to SQL &amp; MongoDB queries</a:t>
            </a:r>
          </a:p>
          <a:p>
            <a:pPr>
              <a:defRPr sz="2200"/>
            </a:pPr>
            <a:r>
              <a:t>Built with Python and Streamlit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</a:t>
            </a:r>
          </a:p>
          <a:p>
            <a:pPr>
              <a:defRPr sz="2200"/>
            </a:pPr>
            <a:r>
              <a:t>Streamlit</a:t>
            </a:r>
          </a:p>
          <a:p>
            <a:pPr>
              <a:defRPr sz="2200"/>
            </a:pPr>
            <a:r>
              <a:t>MySQL</a:t>
            </a:r>
          </a:p>
          <a:p>
            <a:pPr>
              <a:defRPr sz="2200"/>
            </a:pPr>
            <a:r>
              <a:t>MongoDB</a:t>
            </a:r>
          </a:p>
          <a:p>
            <a:pPr>
              <a:defRPr sz="2200"/>
            </a:pPr>
            <a:r>
              <a:t>Ollama, OpenAI, Anthropic</a:t>
            </a:r>
          </a:p>
          <a:p>
            <a:pPr>
              <a:defRPr sz="2200"/>
            </a:pPr>
            <a:r>
              <a:t>Pandas, SQLParse, ReportLab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Agent Orchestrator</a:t>
            </a:r>
          </a:p>
          <a:p>
            <a:pPr>
              <a:defRPr sz="2200"/>
            </a:pPr>
            <a:r>
              <a:t>SQL Agent &amp; Mongo Agent</a:t>
            </a:r>
          </a:p>
          <a:p>
            <a:pPr>
              <a:defRPr sz="2200"/>
            </a:pPr>
            <a:r>
              <a:t>Validators &amp; Repair Agents</a:t>
            </a:r>
          </a:p>
          <a:p>
            <a:pPr>
              <a:defRPr sz="2200"/>
            </a:pPr>
            <a:r>
              <a:t>Schema Explorer</a:t>
            </a:r>
          </a:p>
          <a:p>
            <a:pPr>
              <a:defRPr sz="2200"/>
            </a:pPr>
            <a:r>
              <a:t>Analytics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Natural Language Queries</a:t>
            </a:r>
          </a:p>
          <a:p>
            <a:pPr>
              <a:defRPr sz="2200"/>
            </a:pPr>
            <a:r>
              <a:t>SQL &amp; MongoDB Validation</a:t>
            </a:r>
          </a:p>
          <a:p>
            <a:pPr>
              <a:defRPr sz="2200"/>
            </a:pPr>
            <a:r>
              <a:t>Automatic Query Repair</a:t>
            </a:r>
          </a:p>
          <a:p>
            <a:pPr>
              <a:defRPr sz="2200"/>
            </a:pPr>
            <a:r>
              <a:t>AI Explanations</a:t>
            </a:r>
          </a:p>
          <a:p>
            <a:pPr>
              <a:defRPr sz="2200"/>
            </a:pPr>
            <a:r>
              <a:t>Charts and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AI-generated invalid queries</a:t>
            </a:r>
          </a:p>
          <a:p>
            <a:pPr>
              <a:defRPr sz="2200"/>
            </a:pPr>
            <a:r>
              <a:t>Provider integration</a:t>
            </a:r>
          </a:p>
          <a:p>
            <a:pPr>
              <a:defRPr sz="2200"/>
            </a:pPr>
            <a:r>
              <a:t>MongoDB parsing</a:t>
            </a:r>
          </a:p>
          <a:p>
            <a:pPr>
              <a:defRPr sz="2200"/>
            </a:pPr>
            <a:r>
              <a:t>State management in Streamlit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SQL Validator</a:t>
            </a:r>
          </a:p>
          <a:p>
            <a:pPr>
              <a:defRPr sz="2200"/>
            </a:pPr>
            <a:r>
              <a:t>Mongo Validator</a:t>
            </a:r>
          </a:p>
          <a:p>
            <a:pPr>
              <a:defRPr sz="2200"/>
            </a:pPr>
            <a:r>
              <a:t>Repair Agents</a:t>
            </a:r>
          </a:p>
          <a:p>
            <a:pPr>
              <a:defRPr sz="2200"/>
            </a:pPr>
            <a:r>
              <a:t>Execution Metrics</a:t>
            </a:r>
          </a:p>
          <a:p>
            <a:pPr>
              <a:defRPr sz="2200"/>
            </a:pPr>
            <a:r>
              <a:t>Modular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Prompt Engineering</a:t>
            </a:r>
          </a:p>
          <a:p>
            <a:pPr>
              <a:defRPr sz="2200"/>
            </a:pPr>
            <a:r>
              <a:t>AI Integration</a:t>
            </a:r>
          </a:p>
          <a:p>
            <a:pPr>
              <a:defRPr sz="2200"/>
            </a:pPr>
            <a:r>
              <a:t>Software Architecture</a:t>
            </a:r>
          </a:p>
          <a:p>
            <a:pPr>
              <a:defRPr sz="2200"/>
            </a:pPr>
            <a:r>
              <a:t>Database Connectivity</a:t>
            </a:r>
          </a:p>
          <a:p>
            <a:pPr>
              <a:defRPr sz="2200"/>
            </a:pPr>
            <a:r>
              <a:t>Git &amp; GitHub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PostgreSQL Support</a:t>
            </a:r>
          </a:p>
          <a:p>
            <a:pPr>
              <a:defRPr sz="2200"/>
            </a:pPr>
            <a:r>
              <a:t>REST API</a:t>
            </a:r>
          </a:p>
          <a:p>
            <a:pPr>
              <a:defRPr sz="2200"/>
            </a:pPr>
            <a:r>
              <a:t>Docker</a:t>
            </a:r>
          </a:p>
          <a:p>
            <a:pPr>
              <a:defRPr sz="2200"/>
            </a:pPr>
            <a:r>
              <a:t>Cloud Deployment</a:t>
            </a:r>
          </a:p>
          <a:p>
            <a:pPr>
              <a:defRPr sz="2200"/>
            </a:pPr>
            <a:r>
              <a:t>Authentication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AI SQL Agent v1.0</a:t>
            </a:r>
          </a:p>
          <a:p>
            <a:pPr>
              <a:defRPr sz="2200"/>
            </a:pPr>
            <a:r>
              <a:rPr dirty="0"/>
              <a:t>Developed </a:t>
            </a:r>
            <a:r>
              <a:t>by Satya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132</Words>
  <Application>Microsoft Office PowerPoint</Application>
  <PresentationFormat>On-screen Show (4:3)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AI SQL Agent</vt:lpstr>
      <vt:lpstr>Project Overview</vt:lpstr>
      <vt:lpstr>Technologies Used</vt:lpstr>
      <vt:lpstr>Core Modules</vt:lpstr>
      <vt:lpstr>Key Features</vt:lpstr>
      <vt:lpstr>Development Challenges</vt:lpstr>
      <vt:lpstr>Solutions Implemented</vt:lpstr>
      <vt:lpstr>Project Learnings</vt:lpstr>
      <vt:lpstr>Future Scope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Srinath Satya</cp:lastModifiedBy>
  <cp:revision>2</cp:revision>
  <dcterms:created xsi:type="dcterms:W3CDTF">2013-01-27T09:14:16Z</dcterms:created>
  <dcterms:modified xsi:type="dcterms:W3CDTF">2026-07-10T15:12:38Z</dcterms:modified>
  <cp:category/>
</cp:coreProperties>
</file>